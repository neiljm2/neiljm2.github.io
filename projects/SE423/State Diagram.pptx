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shard, Neil Joseph" userId="7be36a79-b54d-4d2a-9ee0-5bb2c944c337" providerId="ADAL" clId="{59EC4E1B-D6B7-4E29-8FBC-AAB70A5F4E25}"/>
    <pc:docChg chg="addSld">
      <pc:chgData name="Maushard, Neil Joseph" userId="7be36a79-b54d-4d2a-9ee0-5bb2c944c337" providerId="ADAL" clId="{59EC4E1B-D6B7-4E29-8FBC-AAB70A5F4E25}" dt="2026-08-10T00:14:25.892" v="0" actId="680"/>
      <pc:docMkLst>
        <pc:docMk/>
      </pc:docMkLst>
      <pc:sldChg chg="new">
        <pc:chgData name="Maushard, Neil Joseph" userId="7be36a79-b54d-4d2a-9ee0-5bb2c944c337" providerId="ADAL" clId="{59EC4E1B-D6B7-4E29-8FBC-AAB70A5F4E25}" dt="2026-08-10T00:14:25.892" v="0" actId="680"/>
        <pc:sldMkLst>
          <pc:docMk/>
          <pc:sldMk cId="3172876028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64FBB-89D9-200F-81E8-70EBB500F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6C1A3-BAF6-59AD-02C1-C108CB38EF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0CFE6-670D-ABD2-BBD7-DCCF3BA6A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2FC3A-099B-4A74-B9A6-702C0F9C97A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4153D-8C49-9C0A-F885-086210808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F3DF2-5FD6-6990-6AE9-B4BC8424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8A83-A42F-49C2-9466-042E72F63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8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0EE85-254C-455E-BCD0-1E42F1313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04C0A-F08A-5BCF-1F6D-1BC9CE52B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D03C5-D689-AAD2-A52E-54A548D10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2FC3A-099B-4A74-B9A6-702C0F9C97A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35E8E-5DD4-E418-5FF8-E69A0CCB5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523BF-220D-A6CF-7802-55221CDFF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8A83-A42F-49C2-9466-042E72F63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19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C40-91B1-F4A3-B8DC-8A440ECB1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8C532-CDCE-5971-5E91-0A9ECD813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E6176-2CA6-DA2F-21B2-77A578866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2FC3A-099B-4A74-B9A6-702C0F9C97A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CD29E-2079-D5AD-455F-8D3D3C013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2BA23-07FE-17F3-C905-0C21776DC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8A83-A42F-49C2-9466-042E72F63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53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77819-C880-CD13-F369-CE1F31087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E9C91-1785-5BA5-141E-ABB80FE3AB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714E6-3AAE-57B1-A53A-A02582E89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1F707-927A-1A77-9B13-1DEFDEA6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2FC3A-099B-4A74-B9A6-702C0F9C97A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FD618-0388-6987-F3C2-6E2D33E96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ED98AA-33B1-DC9B-9AA1-FCEE8D9B8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8A83-A42F-49C2-9466-042E72F63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913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845B1-6A4C-E829-0D16-AD7706EF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3F69E-CBCD-4C4D-FDBA-860E98C09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9FDDBD-3C17-69BC-100B-C5176D791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2AA39B-2B1D-1E99-EA6A-DF099CE986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378500-23CB-AA4B-D0C9-B103C088AC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04AFE5-E226-778A-8553-7B68C5906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2FC3A-099B-4A74-B9A6-702C0F9C97A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46C92-0F4D-FAF2-53ED-B387D625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F6A434-C733-B8DB-D0C2-F5446FF77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8A83-A42F-49C2-9466-042E72F63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87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B46B3-59A8-0DFB-A495-950C5CA01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E3C435-EAFA-02F8-7BD6-7858DA0DB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2FC3A-099B-4A74-B9A6-702C0F9C97A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CC22C-CDEB-C946-5324-4656C7F8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5CDAF1-7D62-68E5-1998-4E1F832E9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8A83-A42F-49C2-9466-042E72F63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161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03BFC4-4044-46CA-F042-F681D9D30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2FC3A-099B-4A74-B9A6-702C0F9C97A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408E85-C3E1-773C-11CF-5B592C5AA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3BFAA-BCB1-1BCD-2E48-98A1BD427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8A83-A42F-49C2-9466-042E72F63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70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68778-98E6-29E7-AC93-9454EC4B5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0CAA9-55F8-CEF3-986A-02FBA513D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A30B6D-935D-FDD2-E2C9-BAB51AD55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FABA9-C510-2A11-EE3B-7284C7FDA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2FC3A-099B-4A74-B9A6-702C0F9C97A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3A8FA-9322-5A8D-13D6-31DF0922B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68B53-C77A-7412-D4BA-6BD3A24AF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8A83-A42F-49C2-9466-042E72F63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213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3480-8003-CFAC-4E76-E7FE99919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3D4DB7-8F9D-3313-B09E-B7B3B3934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A9DCC-4B19-AE89-6817-01F40AB90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13CD0-986A-A207-3A6D-2826000E6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2FC3A-099B-4A74-B9A6-702C0F9C97A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CFB14D-FBD7-1BF5-50F4-4A553BFA3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7ED7D-A385-F245-B728-48FC8BFC8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8A83-A42F-49C2-9466-042E72F63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525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5D31F-9CCF-6D61-A5AA-821960B99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D3925-51EC-13E3-3ED6-A7023D490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E3AFE-D13E-22DA-525E-A0654231D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2FC3A-099B-4A74-B9A6-702C0F9C97A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6F8B2-1393-A001-637A-1794BC250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9658A-A008-B0F8-A1DC-9DCA7B0C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8A83-A42F-49C2-9466-042E72F63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9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BB0BC4-D121-CFB7-21D1-EAE18B42D1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26B16-BABD-E015-72B4-AAA404421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4A8F4-E919-CB98-8621-E3B8369F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2FC3A-099B-4A74-B9A6-702C0F9C97A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BB91B-3761-728E-DB46-04819FD5B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93BB0-E7A4-8FA9-C7AF-A65408330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8A83-A42F-49C2-9466-042E72F63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87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A156F6-A221-809B-4006-BDA69DAB8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C9A2A-0766-D463-91BA-6F3D894F1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34610-A272-BC55-4225-0601C611C5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02FC3A-099B-4A74-B9A6-702C0F9C97A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93A6B-295F-CA00-909E-0CA111CD4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DBF12-2550-1E1A-6461-409A38FDD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B8A83-A42F-49C2-9466-042E72F63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04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4DBDB-75AA-CBB1-1EB3-B66454CA09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1BB929-FD95-1B1C-BF52-99578E9588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76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Maushard</dc:creator>
  <cp:lastModifiedBy>Neil Maushard</cp:lastModifiedBy>
  <cp:revision>1</cp:revision>
  <dcterms:created xsi:type="dcterms:W3CDTF">2026-08-10T00:14:08Z</dcterms:created>
  <dcterms:modified xsi:type="dcterms:W3CDTF">2026-08-10T00:14:28Z</dcterms:modified>
</cp:coreProperties>
</file>